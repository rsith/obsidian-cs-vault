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E2E65-1E24-44D3-AE93-934F1F870760}" type="datetimeFigureOut">
              <a:rPr lang="en-GB" smtClean="0"/>
              <a:t>30/03/2022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5A41E-42B9-4488-AF36-EB08D8E3CBE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312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702B6-5FEB-4909-A0A2-85228032B952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E619E0E-6A4A-44F9-BFF8-D099D401D5BF}" type="datetimeFigureOut">
              <a:rPr lang="en-GB" smtClean="0"/>
              <a:pPr/>
              <a:t>30/03/2022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 smtClean="0"/>
              <a:t>Department of CMIS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608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0835-7A00-4BB0-B47F-1C373F5515C4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59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BAC-063F-4276-8EB8-E3D085B68602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8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E203-7CE8-44B8-99FA-9D03DD5C0E95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795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F956-6FBF-4B9B-BB6C-A32DF273BFA4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568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9E43-4894-4D6B-914F-31B53C485033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28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339E-D08D-42A7-A03B-87833E677E30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619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07933-071B-4B0F-A849-BCE571F5F005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00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C2E2-6579-4BBA-B43A-4A5BB21E9B33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39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1D7D0-A3F9-4477-98E3-0830CD53112B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13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048E-E567-4607-8AC7-9AB63102640E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4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DDC92-BD96-4749-8ED0-AA0FFF4F1553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71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1C999-9382-4D68-84EF-C17A4ABCBBA2}" type="datetime1">
              <a:rPr lang="en-GB" smtClean="0"/>
              <a:t>30/03/2022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5EB1B-5865-4934-8F4B-0B1146C66B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30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OR%20method%20Example.mhtml" TargetMode="External"/><Relationship Id="rId2" Type="http://schemas.openxmlformats.org/officeDocument/2006/relationships/hyperlink" Target="Lecture%208%20-%20Successive%20Over%20Relaxation.mp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219200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</a:rPr>
              <a:t>CMIS 3142 - Computational Methods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6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CMIS - 2021</a:t>
            </a:r>
            <a:endParaRPr lang="en-GB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1C82-76A8-4956-BD1E-EECB160EC9AA}" type="slidenum">
              <a:rPr lang="en-GB" sz="1800" smtClean="0">
                <a:solidFill>
                  <a:srgbClr val="C00000"/>
                </a:solidFill>
              </a:rPr>
              <a:pPr/>
              <a:t>1</a:t>
            </a:fld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0" y="2895600"/>
            <a:ext cx="57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Arudchelvam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CMIS,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Applied Sciences,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Wayamba University of Sri Lanka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5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Data Representation and Computational Error: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Floating-point numbers, rounding rules, machine precision, floating-point arithmetic; well-posed problems, problems vs. algorithms, data error vs. computational error, forward error vs. backward error, conditioning of a problem, stability of an algorithm.</a:t>
            </a:r>
          </a:p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System of Linear Equations: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Programming aspects for different types of matrices such as full matrix, symmetric matrix, sparse matrix, symmetric sparse matrix, row vector, column vector.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matrices and other relevant Operations, SOR (Successive over relaxation Method),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Method, ICCG (Incomplete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Conjugate Gradient method).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different problems using matrices</a:t>
            </a:r>
          </a:p>
          <a:p>
            <a:pPr lvl="0"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Fixed point iteration, Jacobian Matrix, Finite Difference Method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Areas to be covered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44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Successive over relaxation method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 action="ppaction://hlinkfile"/>
              </a:rPr>
              <a:t>Successive over relaxation</a:t>
            </a:r>
            <a:endParaRPr lang="en-US" dirty="0" smtClean="0"/>
          </a:p>
          <a:p>
            <a:r>
              <a:rPr lang="en-US" dirty="0" smtClean="0">
                <a:hlinkClick r:id="rId3" action="ppaction://hlinkfile"/>
              </a:rPr>
              <a:t>Example 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55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 </a:t>
            </a:r>
            <a:r>
              <a:rPr lang="es-ES" b="1" dirty="0" smtClean="0"/>
              <a:t>4</a:t>
            </a:r>
            <a:r>
              <a:rPr lang="es-ES" b="1" i="1" dirty="0" smtClean="0"/>
              <a:t>x </a:t>
            </a:r>
            <a:r>
              <a:rPr lang="es-ES" b="1" dirty="0" smtClean="0"/>
              <a:t>+ 3</a:t>
            </a:r>
            <a:r>
              <a:rPr lang="es-ES" b="1" i="1" dirty="0" smtClean="0"/>
              <a:t>y       </a:t>
            </a:r>
            <a:r>
              <a:rPr lang="es-ES" b="1" dirty="0" smtClean="0"/>
              <a:t>= 24</a:t>
            </a:r>
          </a:p>
          <a:p>
            <a:r>
              <a:rPr lang="es-ES" b="1" i="1" dirty="0" smtClean="0"/>
              <a:t>   x </a:t>
            </a:r>
            <a:r>
              <a:rPr lang="es-ES" b="1" dirty="0" smtClean="0"/>
              <a:t>+ 4</a:t>
            </a:r>
            <a:r>
              <a:rPr lang="es-ES" b="1" i="1" dirty="0" smtClean="0"/>
              <a:t>y </a:t>
            </a:r>
            <a:r>
              <a:rPr lang="es-ES" b="1" dirty="0" smtClean="0"/>
              <a:t>– </a:t>
            </a:r>
            <a:r>
              <a:rPr lang="es-ES" b="1" i="1" dirty="0" smtClean="0"/>
              <a:t>z  </a:t>
            </a:r>
            <a:r>
              <a:rPr lang="es-ES" b="1" dirty="0" smtClean="0"/>
              <a:t>= 30</a:t>
            </a:r>
            <a:endParaRPr lang="es-ES" b="1" dirty="0"/>
          </a:p>
          <a:p>
            <a:r>
              <a:rPr lang="es-ES" b="1" dirty="0"/>
              <a:t> </a:t>
            </a:r>
            <a:r>
              <a:rPr lang="es-ES" b="1" dirty="0" smtClean="0"/>
              <a:t>      -  </a:t>
            </a:r>
            <a:r>
              <a:rPr lang="es-ES" b="1" i="1" dirty="0" smtClean="0"/>
              <a:t>y  </a:t>
            </a:r>
            <a:r>
              <a:rPr lang="es-ES" b="1" dirty="0" smtClean="0"/>
              <a:t>+ 4</a:t>
            </a:r>
            <a:r>
              <a:rPr lang="es-ES" b="1" i="1" dirty="0" smtClean="0"/>
              <a:t>z </a:t>
            </a:r>
            <a:r>
              <a:rPr lang="es-ES" b="1" dirty="0" smtClean="0"/>
              <a:t>= -</a:t>
            </a:r>
            <a:r>
              <a:rPr lang="es-ES" b="1" dirty="0"/>
              <a:t>24</a:t>
            </a:r>
          </a:p>
          <a:p>
            <a:endParaRPr lang="en-US" dirty="0" smtClean="0"/>
          </a:p>
          <a:p>
            <a:r>
              <a:rPr lang="en-US" smtClean="0">
                <a:sym typeface="Symbol"/>
              </a:rPr>
              <a:t> = 1.25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- 2021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788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191</Words>
  <Application>Microsoft Office PowerPoint</Application>
  <PresentationFormat>On-screen Show (4:3)</PresentationFormat>
  <Paragraphs>33</Paragraphs>
  <Slides>4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CMIS 3142 - Computational Methods</vt:lpstr>
      <vt:lpstr>PowerPoint Presentation</vt:lpstr>
      <vt:lpstr>Successive over relaxation method</vt:lpstr>
      <vt:lpstr>Exercise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</dc:creator>
  <cp:lastModifiedBy>Arul</cp:lastModifiedBy>
  <cp:revision>92</cp:revision>
  <dcterms:created xsi:type="dcterms:W3CDTF">2017-01-01T04:46:10Z</dcterms:created>
  <dcterms:modified xsi:type="dcterms:W3CDTF">2022-03-30T13:59:40Z</dcterms:modified>
</cp:coreProperties>
</file>