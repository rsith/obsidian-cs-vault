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Fixed Point Iteration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Page </a:t>
            </a:r>
            <a:r>
              <a:rPr lang="en-US" smtClean="0"/>
              <a:t>798 </a:t>
            </a:r>
            <a:r>
              <a:rPr lang="en-US" dirty="0"/>
              <a:t>(Book - ERWIN </a:t>
            </a:r>
            <a:r>
              <a:rPr lang="en-US" dirty="0" smtClean="0"/>
              <a:t>KREYSZIG)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91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Fixed-Point Iteration for Solving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Equations f(x) = 0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f(x) = 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there is no formula for the exact solution available, we can use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approximation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method, such as an iteration method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method, we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guess x</a:t>
            </a:r>
            <a:r>
              <a:rPr 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sometimes this may be poor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by step (in general better and better)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2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some algebraic steps, we transform f(x) = 0 as x = g(x)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x</a:t>
            </a:r>
            <a:r>
              <a:rPr lang="en-GB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g(x</a:t>
            </a:r>
            <a:r>
              <a:rPr lang="en-GB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x</a:t>
            </a:r>
            <a:r>
              <a:rPr lang="en-GB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g(x</a:t>
            </a:r>
            <a:r>
              <a:rPr lang="en-GB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in general x</a:t>
            </a:r>
            <a:r>
              <a:rPr lang="en-GB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n+1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g(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47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Convergence of Fixed-Point Iteration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 Page 800</a:t>
            </a:r>
            <a:endParaRPr lang="en-GB" i="1" dirty="0"/>
          </a:p>
          <a:p>
            <a:r>
              <a:rPr lang="en-GB" dirty="0" smtClean="0"/>
              <a:t>f(</a:t>
            </a:r>
            <a:r>
              <a:rPr lang="en-GB" i="1" dirty="0" smtClean="0"/>
              <a:t>x</a:t>
            </a:r>
            <a:r>
              <a:rPr lang="en-GB" dirty="0" smtClean="0"/>
              <a:t>) =   </a:t>
            </a:r>
            <a:r>
              <a:rPr lang="en-GB" i="1" dirty="0"/>
              <a:t>x</a:t>
            </a:r>
            <a:r>
              <a:rPr lang="en-GB" baseline="30000" dirty="0"/>
              <a:t>3</a:t>
            </a:r>
            <a:r>
              <a:rPr lang="en-GB" dirty="0"/>
              <a:t> </a:t>
            </a:r>
            <a:r>
              <a:rPr lang="en-GB" dirty="0" smtClean="0"/>
              <a:t>+ </a:t>
            </a:r>
            <a:r>
              <a:rPr lang="en-GB" i="1" dirty="0"/>
              <a:t>x </a:t>
            </a:r>
            <a:r>
              <a:rPr lang="en-GB" i="1" dirty="0"/>
              <a:t>-</a:t>
            </a:r>
            <a:r>
              <a:rPr lang="en-GB" dirty="0" smtClean="0"/>
              <a:t> </a:t>
            </a:r>
            <a:r>
              <a:rPr lang="en-GB" dirty="0"/>
              <a:t>1 </a:t>
            </a:r>
            <a:r>
              <a:rPr lang="en-GB" dirty="0" smtClean="0"/>
              <a:t>=  0   ==== example (Book)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1719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Newton–</a:t>
            </a:r>
            <a:r>
              <a:rPr lang="en-US" dirty="0" err="1"/>
              <a:t>Raphson’s</a:t>
            </a:r>
            <a:r>
              <a:rPr lang="en-US" dirty="0"/>
              <a:t> method</a:t>
            </a:r>
            <a:br>
              <a:rPr lang="en-US" dirty="0"/>
            </a:br>
            <a:r>
              <a:rPr lang="en-US" dirty="0" smtClean="0"/>
              <a:t>,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Book </a:t>
            </a:r>
            <a:r>
              <a:rPr lang="en-US" smtClean="0"/>
              <a:t>-  801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6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137</Words>
  <Application>Microsoft Office PowerPoint</Application>
  <PresentationFormat>On-screen Show (4:3)</PresentationFormat>
  <Paragraphs>18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Fixed Point Iteration</vt:lpstr>
      <vt:lpstr>Fixed-Point Iteration for Solving Equations f(x) = 0</vt:lpstr>
      <vt:lpstr>PowerPoint Presentation</vt:lpstr>
      <vt:lpstr>Convergence of Fixed-Point Iteration</vt:lpstr>
      <vt:lpstr> Newton–Raphson’s method ,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cmislab2</dc:creator>
  <cp:lastModifiedBy>Arul</cp:lastModifiedBy>
  <cp:revision>17</cp:revision>
  <dcterms:created xsi:type="dcterms:W3CDTF">2006-08-16T00:00:00Z</dcterms:created>
  <dcterms:modified xsi:type="dcterms:W3CDTF">2019-06-28T02:50:19Z</dcterms:modified>
</cp:coreProperties>
</file>