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DE3C-C8B5-4B12-9AED-24994E524D6E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5B71A-8704-4334-82D8-059188649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9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7BFBE4C9-663A-42A8-BD09-203C742BC017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FB663C65-8F7C-48A3-BD7E-9986A5DB58FC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1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3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2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5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1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7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3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2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28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9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66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                          http://numericalmethods.eng.usf.edu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9E60AC-F4FD-41AA-B27C-B9CF12F29A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9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49D70-2E74-4B7E-85E9-6DDB87406F63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626AD-DB27-4B22-AC51-BECA7ACF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9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350696" cy="1470025"/>
          </a:xfrm>
        </p:spPr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 Decomposition and </a:t>
            </a:r>
            <a:r>
              <a:rPr lang="en-GB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Cholesky</a:t>
            </a:r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0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 Decomposition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2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6"/>
          <p:cNvSpPr txBox="1">
            <a:spLocks noChangeArrowheads="1"/>
          </p:cNvSpPr>
          <p:nvPr/>
        </p:nvSpPr>
        <p:spPr bwMode="auto">
          <a:xfrm>
            <a:off x="762000" y="1752600"/>
            <a:ext cx="777240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Arial" charset="0"/>
              </a:rPr>
              <a:t>Method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For most non-singular matrix [</a:t>
            </a:r>
            <a:r>
              <a:rPr lang="en-US" altLang="en-US" sz="1800" i="1" dirty="0">
                <a:latin typeface="Arial" charset="0"/>
              </a:rPr>
              <a:t>A</a:t>
            </a:r>
            <a:r>
              <a:rPr lang="en-US" altLang="en-US" sz="1800" dirty="0">
                <a:latin typeface="Arial" charset="0"/>
              </a:rPr>
              <a:t>] that one could conduct Naïve Gauss Elimination forward elimination steps, one can always write it as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] = [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charset="0"/>
              </a:rPr>
              <a:t>where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charset="0"/>
              </a:rPr>
              <a:t>    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000" dirty="0">
                <a:latin typeface="Arial" charset="0"/>
              </a:rPr>
              <a:t>= lower triangular matrix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charset="0"/>
              </a:rPr>
              <a:t>    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000" dirty="0">
                <a:latin typeface="Arial" charset="0"/>
              </a:rPr>
              <a:t>= upper triangular matrix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latin typeface="Arial" charset="0"/>
            </a:endParaRPr>
          </a:p>
        </p:txBody>
      </p:sp>
      <p:sp>
        <p:nvSpPr>
          <p:cNvPr id="3584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C0C0C0"/>
                </a:solidFill>
              </a:rPr>
              <a:t>                                           http://numericalmethods.eng.usf.edu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17538"/>
            <a:ext cx="91440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 Decomposition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88651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C0C0C0"/>
                </a:solidFill>
              </a:rPr>
              <a:t>                                           http://numericalmethods.eng.usf.edu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617538"/>
            <a:ext cx="91440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 Decomposition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0" y="19812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charset="0"/>
              </a:rPr>
              <a:t>How can this be used?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467544" y="2895600"/>
            <a:ext cx="8424936" cy="312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2400" dirty="0">
                <a:latin typeface="Arial" charset="0"/>
              </a:rPr>
              <a:t>Given  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]        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ct val="50000"/>
              </a:spcBef>
              <a:buClrTx/>
              <a:buSzTx/>
              <a:buNone/>
            </a:pPr>
            <a:r>
              <a:rPr lang="en-US" altLang="en-US" sz="2200" dirty="0">
                <a:latin typeface="Arial" charset="0"/>
              </a:rPr>
              <a:t>Decompose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200" dirty="0">
                <a:latin typeface="Arial" charset="0"/>
              </a:rPr>
              <a:t>into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200" dirty="0">
                <a:latin typeface="Arial" charset="0"/>
              </a:rPr>
              <a:t>and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] 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s.t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</a:t>
            </a:r>
            <a:endParaRPr lang="en-US" alt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ct val="50000"/>
              </a:spcBef>
              <a:buClrTx/>
              <a:buSzTx/>
              <a:buNone/>
            </a:pP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                           That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is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200" dirty="0" smtClean="0">
                <a:latin typeface="Times New Roman" pitchFamily="18" charset="0"/>
                <a:cs typeface="Times New Roman" pitchFamily="18" charset="0"/>
              </a:rPr>
              <a:t>]  </a:t>
            </a:r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ct val="50000"/>
              </a:spcBef>
              <a:buClrTx/>
              <a:buSzTx/>
              <a:buNone/>
            </a:pPr>
            <a:r>
              <a:rPr lang="en-US" altLang="en-US" sz="2200" dirty="0">
                <a:latin typeface="Arial" charset="0"/>
              </a:rPr>
              <a:t>Solve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220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sz="220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200" dirty="0">
                <a:latin typeface="Arial" charset="0"/>
              </a:rPr>
              <a:t>for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 where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=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</a:t>
            </a:r>
            <a:endParaRPr lang="en-US" altLang="en-US" sz="2200" dirty="0">
              <a:latin typeface="Arial" charset="0"/>
              <a:cs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en-US" sz="2200" dirty="0">
                <a:latin typeface="Arial" charset="0"/>
              </a:rPr>
              <a:t>Solve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= 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altLang="en-US" sz="2200" dirty="0">
                <a:latin typeface="Arial" charset="0"/>
              </a:rPr>
              <a:t>for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24554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Cholesky</a:t>
            </a:r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Book – 855</a:t>
            </a:r>
          </a:p>
          <a:p>
            <a:endParaRPr lang="en-GB" dirty="0"/>
          </a:p>
          <a:p>
            <a:r>
              <a:rPr lang="en-GB" smtClean="0"/>
              <a:t>Example - 855</a:t>
            </a:r>
            <a:endParaRPr lang="en-GB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170</Words>
  <Application>Microsoft Office PowerPoint</Application>
  <PresentationFormat>On-screen Show (4:3)</PresentationFormat>
  <Paragraphs>25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LU Decomposition and Cholesky  </vt:lpstr>
      <vt:lpstr>LU Decomposition</vt:lpstr>
      <vt:lpstr>LU Decomposition</vt:lpstr>
      <vt:lpstr>LU Decomposition</vt:lpstr>
      <vt:lpstr>Cholesky Method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 Decomposition and Cholesky  </dc:title>
  <dc:creator>Admin</dc:creator>
  <cp:lastModifiedBy>Arul</cp:lastModifiedBy>
  <cp:revision>11</cp:revision>
  <dcterms:created xsi:type="dcterms:W3CDTF">2018-08-08T17:17:31Z</dcterms:created>
  <dcterms:modified xsi:type="dcterms:W3CDTF">2022-03-18T05:39:33Z</dcterms:modified>
</cp:coreProperties>
</file>